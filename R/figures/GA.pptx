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</p:sldIdLst>
  <p:sldSz cx="7199313" cy="5759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55"/>
  </p:normalViewPr>
  <p:slideViewPr>
    <p:cSldViewPr snapToGrid="0">
      <p:cViewPr varScale="1">
        <p:scale>
          <a:sx n="117" d="100"/>
          <a:sy n="117" d="100"/>
        </p:scale>
        <p:origin x="19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942577"/>
            <a:ext cx="6119416" cy="2005142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3025045"/>
            <a:ext cx="5399485" cy="1390533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2788-08F7-EF47-A65E-16A431B38602}" type="datetimeFigureOut">
              <a:rPr lang="en-TH" smtClean="0"/>
              <a:t>22/10/2026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53331-7E45-C143-8627-C007C4847544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728132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2788-08F7-EF47-A65E-16A431B38602}" type="datetimeFigureOut">
              <a:rPr lang="en-TH" smtClean="0"/>
              <a:t>22/10/2026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53331-7E45-C143-8627-C007C4847544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737360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1435864"/>
            <a:ext cx="6209407" cy="2395771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3854300"/>
            <a:ext cx="6209407" cy="1259879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82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2788-08F7-EF47-A65E-16A431B38602}" type="datetimeFigureOut">
              <a:rPr lang="en-TH" smtClean="0"/>
              <a:t>22/10/2026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53331-7E45-C143-8627-C007C4847544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684299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1533187"/>
            <a:ext cx="3059708" cy="3654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1533187"/>
            <a:ext cx="3059708" cy="3654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2788-08F7-EF47-A65E-16A431B38602}" type="datetimeFigureOut">
              <a:rPr lang="en-TH" smtClean="0"/>
              <a:t>22/10/2026 R</a:t>
            </a:fld>
            <a:endParaRPr lang="en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53331-7E45-C143-8627-C007C4847544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486545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306639"/>
            <a:ext cx="6209407" cy="111322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1411865"/>
            <a:ext cx="3045646" cy="691934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2103799"/>
            <a:ext cx="3045646" cy="309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1411865"/>
            <a:ext cx="3060646" cy="691934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2103799"/>
            <a:ext cx="3060646" cy="309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2788-08F7-EF47-A65E-16A431B38602}" type="datetimeFigureOut">
              <a:rPr lang="en-TH" smtClean="0"/>
              <a:t>22/10/2026 R</a:t>
            </a:fld>
            <a:endParaRPr lang="en-T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53331-7E45-C143-8627-C007C4847544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836152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2788-08F7-EF47-A65E-16A431B38602}" type="datetimeFigureOut">
              <a:rPr lang="en-TH" smtClean="0"/>
              <a:t>22/10/2026 R</a:t>
            </a:fld>
            <a:endParaRPr lang="en-T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53331-7E45-C143-8627-C007C4847544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633807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2788-08F7-EF47-A65E-16A431B38602}" type="datetimeFigureOut">
              <a:rPr lang="en-TH" smtClean="0"/>
              <a:t>22/10/2026 R</a:t>
            </a:fld>
            <a:endParaRPr lang="en-T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53331-7E45-C143-8627-C007C4847544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0405494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383963"/>
            <a:ext cx="2321966" cy="1343872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829256"/>
            <a:ext cx="3644652" cy="4092942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1727835"/>
            <a:ext cx="2321966" cy="3201028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2788-08F7-EF47-A65E-16A431B38602}" type="datetimeFigureOut">
              <a:rPr lang="en-TH" smtClean="0"/>
              <a:t>22/10/2026 R</a:t>
            </a:fld>
            <a:endParaRPr lang="en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53331-7E45-C143-8627-C007C4847544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442783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383963"/>
            <a:ext cx="2321966" cy="1343872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829256"/>
            <a:ext cx="3644652" cy="4092942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1727835"/>
            <a:ext cx="2321966" cy="3201028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2788-08F7-EF47-A65E-16A431B38602}" type="datetimeFigureOut">
              <a:rPr lang="en-TH" smtClean="0"/>
              <a:t>22/10/2026 R</a:t>
            </a:fld>
            <a:endParaRPr lang="en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53331-7E45-C143-8627-C007C4847544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365830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2788-08F7-EF47-A65E-16A431B38602}" type="datetimeFigureOut">
              <a:rPr lang="en-TH" smtClean="0"/>
              <a:t>22/10/2026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53331-7E45-C143-8627-C007C4847544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211695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306637"/>
            <a:ext cx="1552352" cy="48808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306637"/>
            <a:ext cx="4567064" cy="48808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2788-08F7-EF47-A65E-16A431B38602}" type="datetimeFigureOut">
              <a:rPr lang="en-TH" smtClean="0"/>
              <a:t>22/10/2026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53331-7E45-C143-8627-C007C4847544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8488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306639"/>
            <a:ext cx="6209407" cy="11132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1533187"/>
            <a:ext cx="6209407" cy="3654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5338158"/>
            <a:ext cx="1619845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A12788-08F7-EF47-A65E-16A431B38602}" type="datetimeFigureOut">
              <a:rPr lang="en-TH" smtClean="0"/>
              <a:t>22/10/2026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5338158"/>
            <a:ext cx="2429768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5338158"/>
            <a:ext cx="1619845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653331-7E45-C143-8627-C007C4847544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843113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rapezoid 175">
            <a:extLst>
              <a:ext uri="{FF2B5EF4-FFF2-40B4-BE49-F238E27FC236}">
                <a16:creationId xmlns:a16="http://schemas.microsoft.com/office/drawing/2014/main" id="{4CFAC1FB-1CDB-2F92-2D7E-200D05229F48}"/>
              </a:ext>
            </a:extLst>
          </p:cNvPr>
          <p:cNvSpPr/>
          <p:nvPr/>
        </p:nvSpPr>
        <p:spPr>
          <a:xfrm rot="5400000">
            <a:off x="1443512" y="3290330"/>
            <a:ext cx="1337801" cy="444930"/>
          </a:xfrm>
          <a:prstGeom prst="trapezoid">
            <a:avLst>
              <a:gd name="adj" fmla="val 81811"/>
            </a:avLst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sp>
        <p:nvSpPr>
          <p:cNvPr id="177" name="Trapezoid 176">
            <a:extLst>
              <a:ext uri="{FF2B5EF4-FFF2-40B4-BE49-F238E27FC236}">
                <a16:creationId xmlns:a16="http://schemas.microsoft.com/office/drawing/2014/main" id="{0787B517-44AA-5B1D-BE57-33164011C79B}"/>
              </a:ext>
            </a:extLst>
          </p:cNvPr>
          <p:cNvSpPr/>
          <p:nvPr/>
        </p:nvSpPr>
        <p:spPr>
          <a:xfrm rot="5400000">
            <a:off x="2899255" y="3295356"/>
            <a:ext cx="660536" cy="444931"/>
          </a:xfrm>
          <a:prstGeom prst="trapezoid">
            <a:avLst>
              <a:gd name="adj" fmla="val 30140"/>
            </a:avLst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1AB502-B6C5-12E0-4912-DA99E502C46F}"/>
              </a:ext>
            </a:extLst>
          </p:cNvPr>
          <p:cNvSpPr txBox="1"/>
          <p:nvPr/>
        </p:nvSpPr>
        <p:spPr>
          <a:xfrm>
            <a:off x="1024440" y="1875154"/>
            <a:ext cx="14814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H" sz="1100" dirty="0"/>
              <a:t>Reported logK</a:t>
            </a:r>
            <a:r>
              <a:rPr lang="en-TH" sz="1100" baseline="-25000" dirty="0"/>
              <a:t>p</a:t>
            </a:r>
            <a:r>
              <a:rPr lang="en-TH" sz="1100" dirty="0"/>
              <a:t> varies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31ABF8B-821C-5B9F-173F-E8524726B880}"/>
              </a:ext>
            </a:extLst>
          </p:cNvPr>
          <p:cNvSpPr txBox="1"/>
          <p:nvPr/>
        </p:nvSpPr>
        <p:spPr>
          <a:xfrm>
            <a:off x="4863368" y="646517"/>
            <a:ext cx="12009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TH" sz="1100" dirty="0">
                <a:solidFill>
                  <a:srgbClr val="00B050"/>
                </a:solidFill>
              </a:rPr>
              <a:t>22-44% variance</a:t>
            </a:r>
          </a:p>
          <a:p>
            <a:pPr algn="ctr"/>
            <a:r>
              <a:rPr lang="en-US" sz="1100" dirty="0"/>
              <a:t>c</a:t>
            </a:r>
            <a:r>
              <a:rPr lang="en-TH" sz="1100" dirty="0"/>
              <a:t>ontributed </a:t>
            </a:r>
            <a:r>
              <a:rPr lang="en-US" sz="1100" dirty="0"/>
              <a:t>b</a:t>
            </a:r>
            <a:r>
              <a:rPr lang="en-TH" sz="1100" dirty="0"/>
              <a:t>y</a:t>
            </a:r>
          </a:p>
          <a:p>
            <a:pPr algn="ctr"/>
            <a:r>
              <a:rPr lang="en-TH" sz="1100" dirty="0">
                <a:solidFill>
                  <a:srgbClr val="00B050"/>
                </a:solidFill>
              </a:rPr>
              <a:t>Source</a:t>
            </a:r>
          </a:p>
        </p:txBody>
      </p: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11A0B30-DCB8-3C53-0056-566FAA5EC5A0}"/>
              </a:ext>
            </a:extLst>
          </p:cNvPr>
          <p:cNvGrpSpPr/>
          <p:nvPr/>
        </p:nvGrpSpPr>
        <p:grpSpPr>
          <a:xfrm>
            <a:off x="2315956" y="2885702"/>
            <a:ext cx="712054" cy="962382"/>
            <a:chOff x="4658562" y="3302987"/>
            <a:chExt cx="712054" cy="962382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FE32F29-843C-E869-11E7-258FBDB71519}"/>
                </a:ext>
              </a:extLst>
            </p:cNvPr>
            <p:cNvSpPr/>
            <p:nvPr/>
          </p:nvSpPr>
          <p:spPr>
            <a:xfrm>
              <a:off x="4681348" y="3598887"/>
              <a:ext cx="666482" cy="666482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B8CCFF9-97BE-A1A5-8035-624F1D1F53DA}"/>
                </a:ext>
              </a:extLst>
            </p:cNvPr>
            <p:cNvSpPr txBox="1"/>
            <p:nvPr/>
          </p:nvSpPr>
          <p:spPr>
            <a:xfrm>
              <a:off x="4658562" y="3302987"/>
              <a:ext cx="7120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H" sz="1100" dirty="0">
                  <a:solidFill>
                    <a:srgbClr val="00B050"/>
                  </a:solidFill>
                </a:rPr>
                <a:t>New Lab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5BBDD6C8-3C08-6BD6-5182-33A0BE766193}"/>
                </a:ext>
              </a:extLst>
            </p:cNvPr>
            <p:cNvSpPr/>
            <p:nvPr/>
          </p:nvSpPr>
          <p:spPr>
            <a:xfrm>
              <a:off x="5141180" y="4043045"/>
              <a:ext cx="111815" cy="111815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CAA3DF51-8270-B9F0-8313-24E5BC0E816C}"/>
                </a:ext>
              </a:extLst>
            </p:cNvPr>
            <p:cNvSpPr/>
            <p:nvPr/>
          </p:nvSpPr>
          <p:spPr>
            <a:xfrm>
              <a:off x="4814595" y="3766209"/>
              <a:ext cx="111815" cy="111815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3DEF5358-64B1-74F4-5E9C-407DBC35A4A9}"/>
                </a:ext>
              </a:extLst>
            </p:cNvPr>
            <p:cNvSpPr/>
            <p:nvPr/>
          </p:nvSpPr>
          <p:spPr>
            <a:xfrm>
              <a:off x="5069085" y="3734206"/>
              <a:ext cx="111815" cy="111815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AA50EBE1-3F95-E4CB-FF2B-A776A876841F}"/>
                </a:ext>
              </a:extLst>
            </p:cNvPr>
            <p:cNvSpPr/>
            <p:nvPr/>
          </p:nvSpPr>
          <p:spPr>
            <a:xfrm>
              <a:off x="4868532" y="3959882"/>
              <a:ext cx="111815" cy="111815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491DE36C-4991-56B3-C6C3-DD94A058D127}"/>
              </a:ext>
            </a:extLst>
          </p:cNvPr>
          <p:cNvGrpSpPr/>
          <p:nvPr/>
        </p:nvGrpSpPr>
        <p:grpSpPr>
          <a:xfrm>
            <a:off x="2252014" y="3913060"/>
            <a:ext cx="1506425" cy="448135"/>
            <a:chOff x="422059" y="4423285"/>
            <a:chExt cx="1506425" cy="448135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6DAE962-2CDD-AF1E-FBFE-2C6A1DE06D53}"/>
                </a:ext>
              </a:extLst>
            </p:cNvPr>
            <p:cNvSpPr/>
            <p:nvPr/>
          </p:nvSpPr>
          <p:spPr>
            <a:xfrm>
              <a:off x="422059" y="4491349"/>
              <a:ext cx="111815" cy="111815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4B6C609C-4D41-2462-EAAF-C9D5EFC4372B}"/>
                </a:ext>
              </a:extLst>
            </p:cNvPr>
            <p:cNvSpPr/>
            <p:nvPr/>
          </p:nvSpPr>
          <p:spPr>
            <a:xfrm>
              <a:off x="422059" y="4672631"/>
              <a:ext cx="111815" cy="111815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FD0FCEF-D252-5834-AD6C-F788F812A11D}"/>
                </a:ext>
              </a:extLst>
            </p:cNvPr>
            <p:cNvSpPr txBox="1"/>
            <p:nvPr/>
          </p:nvSpPr>
          <p:spPr>
            <a:xfrm>
              <a:off x="480883" y="4423285"/>
              <a:ext cx="1322798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H" sz="1000" dirty="0"/>
                <a:t>= Anchor compound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0994D2C4-01E6-3E47-449B-4E8695CB927D}"/>
                </a:ext>
              </a:extLst>
            </p:cNvPr>
            <p:cNvSpPr txBox="1"/>
            <p:nvPr/>
          </p:nvSpPr>
          <p:spPr>
            <a:xfrm>
              <a:off x="479048" y="4623211"/>
              <a:ext cx="1449436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H" sz="1000" dirty="0"/>
                <a:t>= Unknown compound</a:t>
              </a:r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2B5E148A-D98A-9716-2DD5-C478841CE9E5}"/>
              </a:ext>
            </a:extLst>
          </p:cNvPr>
          <p:cNvGrpSpPr/>
          <p:nvPr/>
        </p:nvGrpSpPr>
        <p:grpSpPr>
          <a:xfrm>
            <a:off x="200942" y="2827882"/>
            <a:ext cx="1968809" cy="1778053"/>
            <a:chOff x="2047644" y="3376989"/>
            <a:chExt cx="1968809" cy="1778053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B1F49B8E-6FE9-13AC-D61F-120792E5FD3E}"/>
                </a:ext>
              </a:extLst>
            </p:cNvPr>
            <p:cNvGrpSpPr/>
            <p:nvPr/>
          </p:nvGrpSpPr>
          <p:grpSpPr>
            <a:xfrm>
              <a:off x="2349110" y="3376989"/>
              <a:ext cx="1365879" cy="1370193"/>
              <a:chOff x="4363731" y="3761117"/>
              <a:chExt cx="2428229" cy="2435898"/>
            </a:xfrm>
          </p:grpSpPr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C07F3941-44EF-D1A7-4666-D1CE63F009A0}"/>
                  </a:ext>
                </a:extLst>
              </p:cNvPr>
              <p:cNvGrpSpPr/>
              <p:nvPr/>
            </p:nvGrpSpPr>
            <p:grpSpPr>
              <a:xfrm>
                <a:off x="4363731" y="3761117"/>
                <a:ext cx="2428229" cy="2435898"/>
                <a:chOff x="4363731" y="3761117"/>
                <a:chExt cx="2428229" cy="2435898"/>
              </a:xfrm>
            </p:grpSpPr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F2D21CEF-D886-ED82-9428-60CE2BCC4D19}"/>
                    </a:ext>
                  </a:extLst>
                </p:cNvPr>
                <p:cNvSpPr/>
                <p:nvPr/>
              </p:nvSpPr>
              <p:spPr>
                <a:xfrm>
                  <a:off x="4363731" y="3761117"/>
                  <a:ext cx="2428229" cy="2428229"/>
                </a:xfrm>
                <a:prstGeom prst="rect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TH" sz="1000" dirty="0"/>
                </a:p>
              </p:txBody>
            </p: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22CBB49A-3725-7EA7-BD49-871A8FA827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82551" y="3761117"/>
                  <a:ext cx="0" cy="243589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accent6"/>
                </a:lnRef>
                <a:fillRef idx="0">
                  <a:schemeClr val="accent6"/>
                </a:fillRef>
                <a:effectRef idx="0">
                  <a:schemeClr val="accent6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C141C7D8-7AF4-4B22-9BBF-AC487ADC9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73141" y="3761117"/>
                  <a:ext cx="0" cy="243589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accent6"/>
                </a:lnRef>
                <a:fillRef idx="0">
                  <a:schemeClr val="accent6"/>
                </a:fillRef>
                <a:effectRef idx="0">
                  <a:schemeClr val="accent6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304BC201-266F-35E2-BD73-2CB86A0D35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63731" y="4588918"/>
                  <a:ext cx="242822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accent6"/>
                </a:lnRef>
                <a:fillRef idx="0">
                  <a:schemeClr val="accent6"/>
                </a:fillRef>
                <a:effectRef idx="0">
                  <a:schemeClr val="accent6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5D99CCC9-CC8F-1760-47EC-6E0F355ED3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63731" y="5398328"/>
                  <a:ext cx="242822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accent6"/>
                </a:lnRef>
                <a:fillRef idx="0">
                  <a:schemeClr val="accent6"/>
                </a:fillRef>
                <a:effectRef idx="0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1A0BD1F5-3235-5E0C-1357-C6F49D8818D0}"/>
                  </a:ext>
                </a:extLst>
              </p:cNvPr>
              <p:cNvSpPr/>
              <p:nvPr/>
            </p:nvSpPr>
            <p:spPr>
              <a:xfrm>
                <a:off x="4565774" y="4056896"/>
                <a:ext cx="147287" cy="147287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F02FADB5-EEA6-2EAB-3BE5-63487C8E7251}"/>
                  </a:ext>
                </a:extLst>
              </p:cNvPr>
              <p:cNvSpPr/>
              <p:nvPr/>
            </p:nvSpPr>
            <p:spPr>
              <a:xfrm>
                <a:off x="4602561" y="5820033"/>
                <a:ext cx="147287" cy="147287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9D5CA551-E075-5F14-1582-B5EC6B2B5E19}"/>
                  </a:ext>
                </a:extLst>
              </p:cNvPr>
              <p:cNvSpPr/>
              <p:nvPr/>
            </p:nvSpPr>
            <p:spPr>
              <a:xfrm>
                <a:off x="5504201" y="4755693"/>
                <a:ext cx="147287" cy="147287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4D7043AB-1264-9324-51C4-90F2D2549A0F}"/>
                  </a:ext>
                </a:extLst>
              </p:cNvPr>
              <p:cNvSpPr/>
              <p:nvPr/>
            </p:nvSpPr>
            <p:spPr>
              <a:xfrm>
                <a:off x="5262217" y="5541467"/>
                <a:ext cx="147287" cy="147287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EAC8088-579D-439B-98E2-6FD4DAE85AFD}"/>
                  </a:ext>
                </a:extLst>
              </p:cNvPr>
              <p:cNvSpPr/>
              <p:nvPr/>
            </p:nvSpPr>
            <p:spPr>
              <a:xfrm>
                <a:off x="6125180" y="5181546"/>
                <a:ext cx="147287" cy="147287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56B45E9E-84DB-027F-C770-9828A483C5DE}"/>
                  </a:ext>
                </a:extLst>
              </p:cNvPr>
              <p:cNvSpPr/>
              <p:nvPr/>
            </p:nvSpPr>
            <p:spPr>
              <a:xfrm>
                <a:off x="6302381" y="4871524"/>
                <a:ext cx="147287" cy="147287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FAB6C517-FEB9-4DD0-6795-AC967D33A025}"/>
                  </a:ext>
                </a:extLst>
              </p:cNvPr>
              <p:cNvSpPr/>
              <p:nvPr/>
            </p:nvSpPr>
            <p:spPr>
              <a:xfrm>
                <a:off x="6295266" y="5846267"/>
                <a:ext cx="147287" cy="147287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BA6A4987-BEE3-C061-BF40-CFEA7ED19EE2}"/>
                  </a:ext>
                </a:extLst>
              </p:cNvPr>
              <p:cNvSpPr/>
              <p:nvPr/>
            </p:nvSpPr>
            <p:spPr>
              <a:xfrm>
                <a:off x="4826581" y="4238409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0DE0EFA8-561D-E360-FFAD-6D17E5F7BF82}"/>
                  </a:ext>
                </a:extLst>
              </p:cNvPr>
              <p:cNvSpPr/>
              <p:nvPr/>
            </p:nvSpPr>
            <p:spPr>
              <a:xfrm>
                <a:off x="5570441" y="4083093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AB026F78-E84D-2133-EF85-36B8CEF7A0E7}"/>
                  </a:ext>
                </a:extLst>
              </p:cNvPr>
              <p:cNvSpPr/>
              <p:nvPr/>
            </p:nvSpPr>
            <p:spPr>
              <a:xfrm>
                <a:off x="4650318" y="4916943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25D5719A-525C-AD81-8429-7F9CC3EC6EF4}"/>
                  </a:ext>
                </a:extLst>
              </p:cNvPr>
              <p:cNvSpPr/>
              <p:nvPr/>
            </p:nvSpPr>
            <p:spPr>
              <a:xfrm>
                <a:off x="5335860" y="4313759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7C66C8C9-BCC2-A0B4-9152-8555083BE09A}"/>
                  </a:ext>
                </a:extLst>
              </p:cNvPr>
              <p:cNvSpPr/>
              <p:nvPr/>
            </p:nvSpPr>
            <p:spPr>
              <a:xfrm>
                <a:off x="6281537" y="4240115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E33FCB0F-B146-B9B4-71F8-8AADFA1B851A}"/>
                  </a:ext>
                </a:extLst>
              </p:cNvPr>
              <p:cNvSpPr/>
              <p:nvPr/>
            </p:nvSpPr>
            <p:spPr>
              <a:xfrm>
                <a:off x="4848554" y="5093014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A87C58E9-5DB2-78FC-DFCE-08A0FAAE415A}"/>
                  </a:ext>
                </a:extLst>
              </p:cNvPr>
              <p:cNvSpPr/>
              <p:nvPr/>
            </p:nvSpPr>
            <p:spPr>
              <a:xfrm>
                <a:off x="6121652" y="3909609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DCD13ACD-EC23-0D0B-BC2A-2E7C953DFD5C}"/>
                  </a:ext>
                </a:extLst>
              </p:cNvPr>
              <p:cNvSpPr/>
              <p:nvPr/>
            </p:nvSpPr>
            <p:spPr>
              <a:xfrm>
                <a:off x="4728937" y="5541467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0EA54A2E-CB2A-B8C7-8B5C-B5B730912E47}"/>
                  </a:ext>
                </a:extLst>
              </p:cNvPr>
              <p:cNvSpPr/>
              <p:nvPr/>
            </p:nvSpPr>
            <p:spPr>
              <a:xfrm>
                <a:off x="6515323" y="5139901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C744DE3D-8D6F-F8A0-6FAF-548182ADD383}"/>
                  </a:ext>
                </a:extLst>
              </p:cNvPr>
              <p:cNvSpPr/>
              <p:nvPr/>
            </p:nvSpPr>
            <p:spPr>
              <a:xfrm>
                <a:off x="5570441" y="5945670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273FCC89-C201-31FF-E8EC-68119BFEE478}"/>
                  </a:ext>
                </a:extLst>
              </p:cNvPr>
              <p:cNvSpPr/>
              <p:nvPr/>
            </p:nvSpPr>
            <p:spPr>
              <a:xfrm>
                <a:off x="5740981" y="5152809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61B45170-AC8D-D309-67F7-E9456A471855}"/>
                  </a:ext>
                </a:extLst>
              </p:cNvPr>
              <p:cNvSpPr/>
              <p:nvPr/>
            </p:nvSpPr>
            <p:spPr>
              <a:xfrm>
                <a:off x="5675312" y="5544834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A460C37E-7DB5-7AF1-54D3-7BAD2EE89C9E}"/>
                  </a:ext>
                </a:extLst>
              </p:cNvPr>
              <p:cNvSpPr/>
              <p:nvPr/>
            </p:nvSpPr>
            <p:spPr>
              <a:xfrm>
                <a:off x="6128624" y="5569785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1A35E744-A444-141A-943B-810EE7A368B2}"/>
                  </a:ext>
                </a:extLst>
              </p:cNvPr>
              <p:cNvSpPr/>
              <p:nvPr/>
            </p:nvSpPr>
            <p:spPr>
              <a:xfrm>
                <a:off x="6555599" y="5615110"/>
                <a:ext cx="147287" cy="147287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E5271667-6579-F39D-9C41-E1BFBE32FE35}"/>
                </a:ext>
              </a:extLst>
            </p:cNvPr>
            <p:cNvSpPr txBox="1"/>
            <p:nvPr/>
          </p:nvSpPr>
          <p:spPr>
            <a:xfrm>
              <a:off x="2047644" y="4750957"/>
              <a:ext cx="1968809" cy="4040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H" sz="1000" dirty="0"/>
                <a:t>Training database</a:t>
              </a:r>
            </a:p>
            <a:p>
              <a:pPr algn="ctr"/>
              <a:r>
                <a:rPr lang="en-TH" sz="1000" dirty="0"/>
                <a:t>compiled from multiple sources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BACCF6F7-66E2-F83E-ADDB-D4F7B15F4699}"/>
              </a:ext>
            </a:extLst>
          </p:cNvPr>
          <p:cNvGrpSpPr/>
          <p:nvPr/>
        </p:nvGrpSpPr>
        <p:grpSpPr>
          <a:xfrm>
            <a:off x="407183" y="283147"/>
            <a:ext cx="2745838" cy="1537822"/>
            <a:chOff x="338704" y="527624"/>
            <a:chExt cx="2745838" cy="1537822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0E2EFF6-D111-E4DD-8698-3B8072EA8ED5}"/>
                </a:ext>
              </a:extLst>
            </p:cNvPr>
            <p:cNvGrpSpPr/>
            <p:nvPr/>
          </p:nvGrpSpPr>
          <p:grpSpPr>
            <a:xfrm>
              <a:off x="534559" y="1046848"/>
              <a:ext cx="2424854" cy="929080"/>
              <a:chOff x="2472408" y="1312189"/>
              <a:chExt cx="4310850" cy="165169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AFE82C3-E264-3D72-39B4-A74F4AB2BC07}"/>
                  </a:ext>
                </a:extLst>
              </p:cNvPr>
              <p:cNvSpPr/>
              <p:nvPr/>
            </p:nvSpPr>
            <p:spPr>
              <a:xfrm>
                <a:off x="2472408" y="1312189"/>
                <a:ext cx="1184856" cy="1184856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 dirty="0"/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483F02C-63D1-F35A-0FA7-C9B3658FAC0E}"/>
                  </a:ext>
                </a:extLst>
              </p:cNvPr>
              <p:cNvGrpSpPr/>
              <p:nvPr/>
            </p:nvGrpSpPr>
            <p:grpSpPr>
              <a:xfrm>
                <a:off x="3214314" y="1509702"/>
                <a:ext cx="198782" cy="789830"/>
                <a:chOff x="4474596" y="1590260"/>
                <a:chExt cx="198782" cy="789830"/>
              </a:xfrm>
            </p:grpSpPr>
            <p:cxnSp>
              <p:nvCxnSpPr>
                <p:cNvPr id="6" name="Straight Connector 5">
                  <a:extLst>
                    <a:ext uri="{FF2B5EF4-FFF2-40B4-BE49-F238E27FC236}">
                      <a16:creationId xmlns:a16="http://schemas.microsoft.com/office/drawing/2014/main" id="{2746C16E-510C-1131-7891-F16073B46A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4596" y="1590260"/>
                  <a:ext cx="19878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795142B6-54C5-6B20-D225-DC8D2250D1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4596" y="1985175"/>
                  <a:ext cx="19878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FB2A74B1-5D7A-B2AB-D5C3-F56AD235AF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4596" y="2380090"/>
                  <a:ext cx="19878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3DFD97F7-5B29-26D1-8428-E2B4C6D021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73987" y="1590260"/>
                  <a:ext cx="0" cy="7898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E440B1DC-A0CD-E045-5077-9C10B6D3DB0D}"/>
                  </a:ext>
                </a:extLst>
              </p:cNvPr>
              <p:cNvSpPr/>
              <p:nvPr/>
            </p:nvSpPr>
            <p:spPr>
              <a:xfrm>
                <a:off x="3214314" y="1609376"/>
                <a:ext cx="198782" cy="1987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F6AF07C-BED4-580A-DB17-0A65F576B605}"/>
                  </a:ext>
                </a:extLst>
              </p:cNvPr>
              <p:cNvSpPr txBox="1"/>
              <p:nvPr/>
            </p:nvSpPr>
            <p:spPr>
              <a:xfrm>
                <a:off x="2530042" y="2522626"/>
                <a:ext cx="1220277" cy="4412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TH" sz="1000" dirty="0">
                    <a:solidFill>
                      <a:srgbClr val="00B050"/>
                    </a:solidFill>
                  </a:rPr>
                  <a:t>Source A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CDB5509-E909-F645-72C9-D981D5B57B16}"/>
                  </a:ext>
                </a:extLst>
              </p:cNvPr>
              <p:cNvSpPr txBox="1"/>
              <p:nvPr/>
            </p:nvSpPr>
            <p:spPr>
              <a:xfrm>
                <a:off x="2497546" y="2047212"/>
                <a:ext cx="815609" cy="3830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/>
                  <a:t>L</a:t>
                </a:r>
                <a:r>
                  <a:rPr lang="en-TH" sz="800" dirty="0"/>
                  <a:t>og K</a:t>
                </a:r>
                <a:r>
                  <a:rPr lang="en-TH" sz="800" baseline="-25000" dirty="0"/>
                  <a:t>p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306E7E4-9739-9DC5-E535-A04B33EB4658}"/>
                  </a:ext>
                </a:extLst>
              </p:cNvPr>
              <p:cNvSpPr/>
              <p:nvPr/>
            </p:nvSpPr>
            <p:spPr>
              <a:xfrm>
                <a:off x="3977479" y="1312189"/>
                <a:ext cx="1184856" cy="1184856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 dirty="0"/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5B24E83-3B86-EE64-CE1A-8132EFD18E66}"/>
                  </a:ext>
                </a:extLst>
              </p:cNvPr>
              <p:cNvGrpSpPr/>
              <p:nvPr/>
            </p:nvGrpSpPr>
            <p:grpSpPr>
              <a:xfrm>
                <a:off x="4719385" y="1509702"/>
                <a:ext cx="198782" cy="789830"/>
                <a:chOff x="4474596" y="1590260"/>
                <a:chExt cx="198782" cy="789830"/>
              </a:xfrm>
            </p:grpSpPr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A8FEA340-06DD-DA47-0128-317DF87F17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4596" y="1590260"/>
                  <a:ext cx="19878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7A9E30B2-8138-D8D8-E66B-44A1FFF19C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4596" y="1985175"/>
                  <a:ext cx="19878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6C08101-F7F4-0179-4E63-F1CF14DC7E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4596" y="2380090"/>
                  <a:ext cx="19878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0FE9A75-18F6-8A17-5318-3F28F62467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73987" y="1590260"/>
                  <a:ext cx="0" cy="7898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C57D511-55EB-AE04-5D8F-EBF02A2FD241}"/>
                  </a:ext>
                </a:extLst>
              </p:cNvPr>
              <p:cNvSpPr/>
              <p:nvPr/>
            </p:nvSpPr>
            <p:spPr>
              <a:xfrm>
                <a:off x="4719385" y="2002684"/>
                <a:ext cx="198782" cy="1987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3FABFC5-724C-739F-8774-BE43CE439D0E}"/>
                  </a:ext>
                </a:extLst>
              </p:cNvPr>
              <p:cNvSpPr txBox="1"/>
              <p:nvPr/>
            </p:nvSpPr>
            <p:spPr>
              <a:xfrm>
                <a:off x="4035113" y="2522627"/>
                <a:ext cx="1223127" cy="44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TH" sz="1000" dirty="0">
                    <a:solidFill>
                      <a:srgbClr val="00B050"/>
                    </a:solidFill>
                  </a:rPr>
                  <a:t>Source B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8D5C533-A8C8-7656-64CC-4FCA92E27E8F}"/>
                  </a:ext>
                </a:extLst>
              </p:cNvPr>
              <p:cNvSpPr txBox="1"/>
              <p:nvPr/>
            </p:nvSpPr>
            <p:spPr>
              <a:xfrm>
                <a:off x="4002615" y="2047212"/>
                <a:ext cx="815609" cy="3830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/>
                  <a:t>L</a:t>
                </a:r>
                <a:r>
                  <a:rPr lang="en-TH" sz="800" dirty="0"/>
                  <a:t>og K</a:t>
                </a:r>
                <a:r>
                  <a:rPr lang="en-TH" sz="800" baseline="-25000" dirty="0"/>
                  <a:t>p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484E70A-E722-F480-63B8-0A3E2C00E0FF}"/>
                  </a:ext>
                </a:extLst>
              </p:cNvPr>
              <p:cNvSpPr/>
              <p:nvPr/>
            </p:nvSpPr>
            <p:spPr>
              <a:xfrm>
                <a:off x="5482550" y="1312189"/>
                <a:ext cx="1184856" cy="1184856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 dirty="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06B1BCE4-4982-8254-30C9-7E9E3582907A}"/>
                  </a:ext>
                </a:extLst>
              </p:cNvPr>
              <p:cNvGrpSpPr/>
              <p:nvPr/>
            </p:nvGrpSpPr>
            <p:grpSpPr>
              <a:xfrm>
                <a:off x="6224456" y="1509702"/>
                <a:ext cx="198782" cy="789830"/>
                <a:chOff x="4474596" y="1590260"/>
                <a:chExt cx="198782" cy="789830"/>
              </a:xfrm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AB363B12-7D89-87C7-296C-395413FA91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4596" y="1590260"/>
                  <a:ext cx="19878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B05755D9-305A-EA6C-3121-D410E5F177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4596" y="1985175"/>
                  <a:ext cx="19878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ECD0B6E6-4EF4-A632-A138-6E4267CF44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4596" y="2380090"/>
                  <a:ext cx="19878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27385F6E-6F05-087F-2EE2-897B8CF1D7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73987" y="1590260"/>
                  <a:ext cx="0" cy="7898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7B52E74-FA1E-C8CF-89C3-9E743743138C}"/>
                  </a:ext>
                </a:extLst>
              </p:cNvPr>
              <p:cNvSpPr/>
              <p:nvPr/>
            </p:nvSpPr>
            <p:spPr>
              <a:xfrm>
                <a:off x="6224456" y="1700038"/>
                <a:ext cx="198782" cy="1987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83CE66F-5E19-A1DD-71AB-DD347AE85846}"/>
                  </a:ext>
                </a:extLst>
              </p:cNvPr>
              <p:cNvSpPr txBox="1"/>
              <p:nvPr/>
            </p:nvSpPr>
            <p:spPr>
              <a:xfrm>
                <a:off x="5540183" y="2522627"/>
                <a:ext cx="1243075" cy="44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TH" sz="1000" dirty="0">
                    <a:solidFill>
                      <a:srgbClr val="00B050"/>
                    </a:solidFill>
                  </a:rPr>
                  <a:t>Source C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4B02CE8-0567-13FF-D690-F26A73CF8890}"/>
                  </a:ext>
                </a:extLst>
              </p:cNvPr>
              <p:cNvSpPr txBox="1"/>
              <p:nvPr/>
            </p:nvSpPr>
            <p:spPr>
              <a:xfrm>
                <a:off x="5507687" y="2047212"/>
                <a:ext cx="815609" cy="3830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/>
                  <a:t>L</a:t>
                </a:r>
                <a:r>
                  <a:rPr lang="en-TH" sz="800" dirty="0"/>
                  <a:t>og K</a:t>
                </a:r>
                <a:r>
                  <a:rPr lang="en-TH" sz="800" baseline="-25000" dirty="0"/>
                  <a:t>p</a:t>
                </a:r>
              </a:p>
            </p:txBody>
          </p:sp>
        </p:grp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F8C83FF-5A85-4BEC-EC28-6609B7D67C41}"/>
                </a:ext>
              </a:extLst>
            </p:cNvPr>
            <p:cNvSpPr/>
            <p:nvPr/>
          </p:nvSpPr>
          <p:spPr>
            <a:xfrm>
              <a:off x="338704" y="527624"/>
              <a:ext cx="2745838" cy="1537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BEF5758C-FFB3-0857-050D-6D6E34979438}"/>
                </a:ext>
              </a:extLst>
            </p:cNvPr>
            <p:cNvSpPr/>
            <p:nvPr/>
          </p:nvSpPr>
          <p:spPr>
            <a:xfrm>
              <a:off x="642679" y="662829"/>
              <a:ext cx="247924" cy="2479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959180A8-7027-89E7-9AC2-E518C66ED139}"/>
                </a:ext>
              </a:extLst>
            </p:cNvPr>
            <p:cNvSpPr txBox="1"/>
            <p:nvPr/>
          </p:nvSpPr>
          <p:spPr>
            <a:xfrm>
              <a:off x="890603" y="685113"/>
              <a:ext cx="11320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H" sz="1000" dirty="0"/>
                <a:t>Same compound</a:t>
              </a:r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7210DB22-D01C-47B1-0200-86E6A4B3FE39}"/>
              </a:ext>
            </a:extLst>
          </p:cNvPr>
          <p:cNvGrpSpPr/>
          <p:nvPr/>
        </p:nvGrpSpPr>
        <p:grpSpPr>
          <a:xfrm>
            <a:off x="3537779" y="78466"/>
            <a:ext cx="1362874" cy="1822147"/>
            <a:chOff x="3469300" y="322941"/>
            <a:chExt cx="1362874" cy="1822147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F578F727-4D75-BA67-C1CF-F9F2EA6A6BBA}"/>
                </a:ext>
              </a:extLst>
            </p:cNvPr>
            <p:cNvSpPr/>
            <p:nvPr/>
          </p:nvSpPr>
          <p:spPr>
            <a:xfrm>
              <a:off x="3547233" y="693031"/>
              <a:ext cx="1207008" cy="1207008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  <p:sp>
          <p:nvSpPr>
            <p:cNvPr id="49" name="Pie 48">
              <a:extLst>
                <a:ext uri="{FF2B5EF4-FFF2-40B4-BE49-F238E27FC236}">
                  <a16:creationId xmlns:a16="http://schemas.microsoft.com/office/drawing/2014/main" id="{1221E7CE-B378-612F-11E6-382F3EA0107B}"/>
                </a:ext>
              </a:extLst>
            </p:cNvPr>
            <p:cNvSpPr/>
            <p:nvPr/>
          </p:nvSpPr>
          <p:spPr>
            <a:xfrm>
              <a:off x="3547233" y="693031"/>
              <a:ext cx="1207008" cy="1207008"/>
            </a:xfrm>
            <a:prstGeom prst="pie">
              <a:avLst>
                <a:gd name="adj1" fmla="val 1789625"/>
                <a:gd name="adj2" fmla="val 17146031"/>
              </a:avLst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5BACF20-1618-380D-D736-669B25CEAA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50737" y="693031"/>
              <a:ext cx="0" cy="120700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Pie 43">
              <a:extLst>
                <a:ext uri="{FF2B5EF4-FFF2-40B4-BE49-F238E27FC236}">
                  <a16:creationId xmlns:a16="http://schemas.microsoft.com/office/drawing/2014/main" id="{9D90F557-E499-1B77-C6F6-CC26D96E8B37}"/>
                </a:ext>
              </a:extLst>
            </p:cNvPr>
            <p:cNvSpPr/>
            <p:nvPr/>
          </p:nvSpPr>
          <p:spPr>
            <a:xfrm>
              <a:off x="3547233" y="693031"/>
              <a:ext cx="1207008" cy="1207008"/>
            </a:xfrm>
            <a:prstGeom prst="pie">
              <a:avLst>
                <a:gd name="adj1" fmla="val 1789625"/>
                <a:gd name="adj2" fmla="val 1620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>
                <a:solidFill>
                  <a:schemeClr val="tx1"/>
                </a:solidFill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041938B-A9E3-9F83-A02E-E00821C610A0}"/>
                </a:ext>
              </a:extLst>
            </p:cNvPr>
            <p:cNvSpPr txBox="1"/>
            <p:nvPr/>
          </p:nvSpPr>
          <p:spPr>
            <a:xfrm rot="2242135">
              <a:off x="3643431" y="1346628"/>
              <a:ext cx="68480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H" sz="800" dirty="0">
                  <a:solidFill>
                    <a:schemeClr val="bg1"/>
                  </a:solidFill>
                </a:rPr>
                <a:t>Compound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19709024-56F1-BF9C-AA28-456AE0F29000}"/>
                </a:ext>
              </a:extLst>
            </p:cNvPr>
            <p:cNvSpPr txBox="1"/>
            <p:nvPr/>
          </p:nvSpPr>
          <p:spPr>
            <a:xfrm rot="17648738">
              <a:off x="4078991" y="434189"/>
              <a:ext cx="43794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H" sz="800" dirty="0"/>
                <a:t>Other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3F72D17-ECB5-912A-E9A0-1BF0EBC7677E}"/>
                </a:ext>
              </a:extLst>
            </p:cNvPr>
            <p:cNvSpPr txBox="1"/>
            <p:nvPr/>
          </p:nvSpPr>
          <p:spPr>
            <a:xfrm>
              <a:off x="4237896" y="1073063"/>
              <a:ext cx="498855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H" sz="800" dirty="0">
                  <a:solidFill>
                    <a:schemeClr val="bg1"/>
                  </a:solidFill>
                </a:rPr>
                <a:t>Source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89EA756E-314F-6F72-A5D9-A8D925A5E5F6}"/>
                </a:ext>
              </a:extLst>
            </p:cNvPr>
            <p:cNvSpPr txBox="1"/>
            <p:nvPr/>
          </p:nvSpPr>
          <p:spPr>
            <a:xfrm>
              <a:off x="3469300" y="1898867"/>
              <a:ext cx="136287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H" sz="1000" dirty="0"/>
                <a:t>Variance Component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A37F81B-9D41-8794-54FA-F9D175A75809}"/>
              </a:ext>
            </a:extLst>
          </p:cNvPr>
          <p:cNvGrpSpPr/>
          <p:nvPr/>
        </p:nvGrpSpPr>
        <p:grpSpPr>
          <a:xfrm>
            <a:off x="2596285" y="2143492"/>
            <a:ext cx="4099049" cy="433397"/>
            <a:chOff x="2609463" y="2381241"/>
            <a:chExt cx="4099049" cy="433397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AA364A88-BDDE-EBC5-69DA-896E75B5D6F4}"/>
                </a:ext>
              </a:extLst>
            </p:cNvPr>
            <p:cNvSpPr txBox="1"/>
            <p:nvPr/>
          </p:nvSpPr>
          <p:spPr>
            <a:xfrm>
              <a:off x="2655073" y="2467134"/>
              <a:ext cx="40078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H" sz="1100" dirty="0"/>
                <a:t>Adding </a:t>
              </a:r>
              <a:r>
                <a:rPr lang="en-TH" sz="1100" dirty="0">
                  <a:solidFill>
                    <a:srgbClr val="00B050"/>
                  </a:solidFill>
                </a:rPr>
                <a:t>Source data </a:t>
              </a:r>
              <a:r>
                <a:rPr lang="en-TH" sz="1100" dirty="0"/>
                <a:t>to model improved prediction performance</a:t>
              </a: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EABCB3A5-0E15-23CE-815F-BFE8988C4066}"/>
                </a:ext>
              </a:extLst>
            </p:cNvPr>
            <p:cNvSpPr/>
            <p:nvPr/>
          </p:nvSpPr>
          <p:spPr>
            <a:xfrm>
              <a:off x="2609463" y="2381241"/>
              <a:ext cx="4099049" cy="433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210A0EF6-359C-DD56-C1AA-0D4DD7B0715D}"/>
              </a:ext>
            </a:extLst>
          </p:cNvPr>
          <p:cNvGrpSpPr/>
          <p:nvPr/>
        </p:nvGrpSpPr>
        <p:grpSpPr>
          <a:xfrm>
            <a:off x="6603837" y="2229382"/>
            <a:ext cx="228600" cy="228600"/>
            <a:chOff x="5265439" y="1782444"/>
            <a:chExt cx="228600" cy="228600"/>
          </a:xfrm>
        </p:grpSpPr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EEDCB8F2-C757-7495-3FD2-360CC78E5198}"/>
                </a:ext>
              </a:extLst>
            </p:cNvPr>
            <p:cNvSpPr/>
            <p:nvPr/>
          </p:nvSpPr>
          <p:spPr>
            <a:xfrm>
              <a:off x="5265439" y="1782444"/>
              <a:ext cx="228600" cy="228600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/>
            </a:p>
          </p:txBody>
        </p: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361920E4-2274-541E-D564-B85782D1DF27}"/>
                </a:ext>
              </a:extLst>
            </p:cNvPr>
            <p:cNvGrpSpPr/>
            <p:nvPr/>
          </p:nvGrpSpPr>
          <p:grpSpPr>
            <a:xfrm>
              <a:off x="5306080" y="1844675"/>
              <a:ext cx="147318" cy="45719"/>
              <a:chOff x="5308600" y="1851025"/>
              <a:chExt cx="147318" cy="45719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2F3AC243-C280-1C88-1AFF-078C9BBBF1EC}"/>
                  </a:ext>
                </a:extLst>
              </p:cNvPr>
              <p:cNvSpPr/>
              <p:nvPr/>
            </p:nvSpPr>
            <p:spPr>
              <a:xfrm>
                <a:off x="5308600" y="1851025"/>
                <a:ext cx="45719" cy="45719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619B6242-AA71-DFE2-685E-6D063F7928A9}"/>
                  </a:ext>
                </a:extLst>
              </p:cNvPr>
              <p:cNvSpPr/>
              <p:nvPr/>
            </p:nvSpPr>
            <p:spPr>
              <a:xfrm>
                <a:off x="5410199" y="1851025"/>
                <a:ext cx="45719" cy="45719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/>
              </a:p>
            </p:txBody>
          </p:sp>
        </p:grpSp>
        <p:sp>
          <p:nvSpPr>
            <p:cNvPr id="131" name="Block Arc 130">
              <a:extLst>
                <a:ext uri="{FF2B5EF4-FFF2-40B4-BE49-F238E27FC236}">
                  <a16:creationId xmlns:a16="http://schemas.microsoft.com/office/drawing/2014/main" id="{F5BF6C66-A51A-029F-7760-35E03496ADDD}"/>
                </a:ext>
              </a:extLst>
            </p:cNvPr>
            <p:cNvSpPr/>
            <p:nvPr/>
          </p:nvSpPr>
          <p:spPr>
            <a:xfrm rot="10800000">
              <a:off x="5302469" y="1851025"/>
              <a:ext cx="154540" cy="134829"/>
            </a:xfrm>
            <a:prstGeom prst="blockArc">
              <a:avLst>
                <a:gd name="adj1" fmla="val 10800000"/>
                <a:gd name="adj2" fmla="val 521302"/>
                <a:gd name="adj3" fmla="val 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>
                <a:solidFill>
                  <a:schemeClr val="tx1"/>
                </a:solidFill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9D84DCF0-5CCA-2C4C-BFBC-233520276D02}"/>
              </a:ext>
            </a:extLst>
          </p:cNvPr>
          <p:cNvGrpSpPr/>
          <p:nvPr/>
        </p:nvGrpSpPr>
        <p:grpSpPr>
          <a:xfrm>
            <a:off x="2371291" y="4638506"/>
            <a:ext cx="1802288" cy="996059"/>
            <a:chOff x="4282731" y="5884241"/>
            <a:chExt cx="1802288" cy="996059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2ED22979-179C-1A99-0F50-409B099D36D0}"/>
                </a:ext>
              </a:extLst>
            </p:cNvPr>
            <p:cNvSpPr/>
            <p:nvPr/>
          </p:nvSpPr>
          <p:spPr>
            <a:xfrm>
              <a:off x="4640332" y="5884241"/>
              <a:ext cx="666482" cy="666482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 dirty="0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818CCC5F-2D43-B20E-2681-FDC9E4015F10}"/>
                </a:ext>
              </a:extLst>
            </p:cNvPr>
            <p:cNvSpPr/>
            <p:nvPr/>
          </p:nvSpPr>
          <p:spPr>
            <a:xfrm>
              <a:off x="4966758" y="6339986"/>
              <a:ext cx="111815" cy="111815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0EBE5AB9-C237-0FD2-84B5-A46A618A0675}"/>
                </a:ext>
              </a:extLst>
            </p:cNvPr>
            <p:cNvSpPr/>
            <p:nvPr/>
          </p:nvSpPr>
          <p:spPr>
            <a:xfrm>
              <a:off x="4784024" y="5971025"/>
              <a:ext cx="111815" cy="111815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E40B4FDD-B189-1320-B3EE-5D165507217F}"/>
                </a:ext>
              </a:extLst>
            </p:cNvPr>
            <p:cNvSpPr/>
            <p:nvPr/>
          </p:nvSpPr>
          <p:spPr>
            <a:xfrm>
              <a:off x="5086189" y="6088109"/>
              <a:ext cx="111815" cy="111815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A365AC3A-C9B5-3146-63A1-6FB12D586471}"/>
                </a:ext>
              </a:extLst>
            </p:cNvPr>
            <p:cNvSpPr/>
            <p:nvPr/>
          </p:nvSpPr>
          <p:spPr>
            <a:xfrm>
              <a:off x="4764569" y="6212073"/>
              <a:ext cx="111815" cy="111815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 sz="1000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DA29E87-5805-D08A-4ED8-369F4EB68934}"/>
                </a:ext>
              </a:extLst>
            </p:cNvPr>
            <p:cNvSpPr txBox="1"/>
            <p:nvPr/>
          </p:nvSpPr>
          <p:spPr>
            <a:xfrm>
              <a:off x="4282731" y="6603301"/>
              <a:ext cx="180228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H" sz="1200" dirty="0"/>
                <a:t>More Anchors, less error</a:t>
              </a:r>
            </a:p>
          </p:txBody>
        </p: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8014A616-7081-F89A-5E37-0CA22FA0DBB5}"/>
                </a:ext>
              </a:extLst>
            </p:cNvPr>
            <p:cNvGrpSpPr/>
            <p:nvPr/>
          </p:nvGrpSpPr>
          <p:grpSpPr>
            <a:xfrm>
              <a:off x="5404640" y="6316428"/>
              <a:ext cx="228600" cy="228600"/>
              <a:chOff x="5265439" y="1782444"/>
              <a:chExt cx="228600" cy="228600"/>
            </a:xfrm>
          </p:grpSpPr>
          <p:sp>
            <p:nvSpPr>
              <p:cNvPr id="137" name="Oval 136">
                <a:extLst>
                  <a:ext uri="{FF2B5EF4-FFF2-40B4-BE49-F238E27FC236}">
                    <a16:creationId xmlns:a16="http://schemas.microsoft.com/office/drawing/2014/main" id="{5F2C030C-9890-EA5C-80B4-768E36F33435}"/>
                  </a:ext>
                </a:extLst>
              </p:cNvPr>
              <p:cNvSpPr/>
              <p:nvPr/>
            </p:nvSpPr>
            <p:spPr>
              <a:xfrm>
                <a:off x="5265439" y="1782444"/>
                <a:ext cx="228600" cy="228600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/>
              </a:p>
            </p:txBody>
          </p: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A5F51A2D-E3E4-FBFD-3212-D16DFB6D368C}"/>
                  </a:ext>
                </a:extLst>
              </p:cNvPr>
              <p:cNvGrpSpPr/>
              <p:nvPr/>
            </p:nvGrpSpPr>
            <p:grpSpPr>
              <a:xfrm>
                <a:off x="5306080" y="1844675"/>
                <a:ext cx="147318" cy="45719"/>
                <a:chOff x="5308600" y="1851025"/>
                <a:chExt cx="147318" cy="45719"/>
              </a:xfrm>
            </p:grpSpPr>
            <p:sp>
              <p:nvSpPr>
                <p:cNvPr id="140" name="Oval 139">
                  <a:extLst>
                    <a:ext uri="{FF2B5EF4-FFF2-40B4-BE49-F238E27FC236}">
                      <a16:creationId xmlns:a16="http://schemas.microsoft.com/office/drawing/2014/main" id="{BC679D0C-5AFF-0A0D-1CB2-B75E4A8ECE47}"/>
                    </a:ext>
                  </a:extLst>
                </p:cNvPr>
                <p:cNvSpPr/>
                <p:nvPr/>
              </p:nvSpPr>
              <p:spPr>
                <a:xfrm>
                  <a:off x="5308600" y="1851025"/>
                  <a:ext cx="45719" cy="4571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TH"/>
                </a:p>
              </p:txBody>
            </p:sp>
            <p:sp>
              <p:nvSpPr>
                <p:cNvPr id="141" name="Oval 140">
                  <a:extLst>
                    <a:ext uri="{FF2B5EF4-FFF2-40B4-BE49-F238E27FC236}">
                      <a16:creationId xmlns:a16="http://schemas.microsoft.com/office/drawing/2014/main" id="{139DB12B-14A0-7C46-0BA3-D194AB64CABD}"/>
                    </a:ext>
                  </a:extLst>
                </p:cNvPr>
                <p:cNvSpPr/>
                <p:nvPr/>
              </p:nvSpPr>
              <p:spPr>
                <a:xfrm>
                  <a:off x="5410199" y="1851025"/>
                  <a:ext cx="45719" cy="4571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TH"/>
                </a:p>
              </p:txBody>
            </p:sp>
          </p:grpSp>
          <p:sp>
            <p:nvSpPr>
              <p:cNvPr id="139" name="Block Arc 138">
                <a:extLst>
                  <a:ext uri="{FF2B5EF4-FFF2-40B4-BE49-F238E27FC236}">
                    <a16:creationId xmlns:a16="http://schemas.microsoft.com/office/drawing/2014/main" id="{EAE7E2AE-5B9D-0F95-5515-4826D352484C}"/>
                  </a:ext>
                </a:extLst>
              </p:cNvPr>
              <p:cNvSpPr/>
              <p:nvPr/>
            </p:nvSpPr>
            <p:spPr>
              <a:xfrm rot="10800000">
                <a:off x="5302469" y="1851025"/>
                <a:ext cx="154540" cy="134829"/>
              </a:xfrm>
              <a:prstGeom prst="blockArc">
                <a:avLst>
                  <a:gd name="adj1" fmla="val 10800000"/>
                  <a:gd name="adj2" fmla="val 521302"/>
                  <a:gd name="adj3" fmla="val 0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8076C105-7DF0-EEDB-7886-590140E1BDC5}"/>
              </a:ext>
            </a:extLst>
          </p:cNvPr>
          <p:cNvGrpSpPr/>
          <p:nvPr/>
        </p:nvGrpSpPr>
        <p:grpSpPr>
          <a:xfrm>
            <a:off x="3449451" y="3305476"/>
            <a:ext cx="3260168" cy="433397"/>
            <a:chOff x="3159455" y="3603849"/>
            <a:chExt cx="3260168" cy="433397"/>
          </a:xfrm>
        </p:grpSpPr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CAD8A4DB-F843-3C97-F3BE-2128A6577AC7}"/>
                </a:ext>
              </a:extLst>
            </p:cNvPr>
            <p:cNvSpPr txBox="1"/>
            <p:nvPr/>
          </p:nvSpPr>
          <p:spPr>
            <a:xfrm>
              <a:off x="3272938" y="3689742"/>
              <a:ext cx="303320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H" sz="1100" dirty="0"/>
                <a:t>Predict new compound with </a:t>
              </a:r>
              <a:r>
                <a:rPr lang="en-TH" sz="1100" dirty="0">
                  <a:solidFill>
                    <a:srgbClr val="FF0000"/>
                  </a:solidFill>
                </a:rPr>
                <a:t>Anchor</a:t>
              </a:r>
              <a:r>
                <a:rPr lang="en-TH" sz="1100" dirty="0"/>
                <a:t> </a:t>
              </a:r>
              <a:r>
                <a:rPr lang="en-TH" sz="1100" dirty="0">
                  <a:solidFill>
                    <a:srgbClr val="FF0000"/>
                  </a:solidFill>
                </a:rPr>
                <a:t>calibration</a:t>
              </a:r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15D4D946-A41D-4E87-EBDF-C9608FD4C964}"/>
                </a:ext>
              </a:extLst>
            </p:cNvPr>
            <p:cNvSpPr/>
            <p:nvPr/>
          </p:nvSpPr>
          <p:spPr>
            <a:xfrm>
              <a:off x="3159455" y="3603849"/>
              <a:ext cx="3260168" cy="433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/>
            </a:p>
          </p:txBody>
        </p:sp>
      </p:grpSp>
      <p:sp>
        <p:nvSpPr>
          <p:cNvPr id="179" name="Right Arrow 178">
            <a:extLst>
              <a:ext uri="{FF2B5EF4-FFF2-40B4-BE49-F238E27FC236}">
                <a16:creationId xmlns:a16="http://schemas.microsoft.com/office/drawing/2014/main" id="{AA8F29EE-06C6-2F48-B522-6642233B8F9C}"/>
              </a:ext>
            </a:extLst>
          </p:cNvPr>
          <p:cNvSpPr/>
          <p:nvPr/>
        </p:nvSpPr>
        <p:spPr>
          <a:xfrm>
            <a:off x="3284337" y="994602"/>
            <a:ext cx="214538" cy="135616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sp>
        <p:nvSpPr>
          <p:cNvPr id="180" name="Right Arrow 179">
            <a:extLst>
              <a:ext uri="{FF2B5EF4-FFF2-40B4-BE49-F238E27FC236}">
                <a16:creationId xmlns:a16="http://schemas.microsoft.com/office/drawing/2014/main" id="{6E7A71BF-8188-1C05-9BED-EEF6CE8B22DF}"/>
              </a:ext>
            </a:extLst>
          </p:cNvPr>
          <p:cNvSpPr/>
          <p:nvPr/>
        </p:nvSpPr>
        <p:spPr>
          <a:xfrm rot="5400000">
            <a:off x="5140272" y="1561289"/>
            <a:ext cx="661199" cy="135616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7937DD51-5DDF-6EED-F379-BDB3E9E5EEBE}"/>
              </a:ext>
            </a:extLst>
          </p:cNvPr>
          <p:cNvGrpSpPr/>
          <p:nvPr/>
        </p:nvGrpSpPr>
        <p:grpSpPr>
          <a:xfrm>
            <a:off x="1109226" y="2318708"/>
            <a:ext cx="1255807" cy="355127"/>
            <a:chOff x="1034768" y="2551230"/>
            <a:chExt cx="1255807" cy="355127"/>
          </a:xfrm>
        </p:grpSpPr>
        <p:sp>
          <p:nvSpPr>
            <p:cNvPr id="181" name="Right Arrow 180">
              <a:extLst>
                <a:ext uri="{FF2B5EF4-FFF2-40B4-BE49-F238E27FC236}">
                  <a16:creationId xmlns:a16="http://schemas.microsoft.com/office/drawing/2014/main" id="{7E4FC0F1-81F7-1B70-5158-7F1296A525B5}"/>
                </a:ext>
              </a:extLst>
            </p:cNvPr>
            <p:cNvSpPr/>
            <p:nvPr/>
          </p:nvSpPr>
          <p:spPr>
            <a:xfrm rot="5400000">
              <a:off x="925012" y="2660986"/>
              <a:ext cx="355127" cy="135616"/>
            </a:xfrm>
            <a:prstGeom prst="rightArrow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C088EE07-3CDA-8466-F4E3-1315832A739D}"/>
                </a:ext>
              </a:extLst>
            </p:cNvPr>
            <p:cNvSpPr/>
            <p:nvPr/>
          </p:nvSpPr>
          <p:spPr>
            <a:xfrm rot="5400000">
              <a:off x="1657366" y="1996441"/>
              <a:ext cx="78418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/>
            </a:p>
          </p:txBody>
        </p:sp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200DE7C5-AC1B-C3D1-BA3F-C0F4A33EFF6C}"/>
              </a:ext>
            </a:extLst>
          </p:cNvPr>
          <p:cNvGrpSpPr/>
          <p:nvPr/>
        </p:nvGrpSpPr>
        <p:grpSpPr>
          <a:xfrm>
            <a:off x="3596424" y="4381240"/>
            <a:ext cx="3125664" cy="688042"/>
            <a:chOff x="1923037" y="4831358"/>
            <a:chExt cx="3125664" cy="688042"/>
          </a:xfrm>
        </p:grpSpPr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70FA97D5-749E-940E-064D-C9D456C73DB2}"/>
                </a:ext>
              </a:extLst>
            </p:cNvPr>
            <p:cNvSpPr txBox="1"/>
            <p:nvPr/>
          </p:nvSpPr>
          <p:spPr>
            <a:xfrm>
              <a:off x="1923037" y="5242401"/>
              <a:ext cx="31256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H" sz="1200" dirty="0"/>
                <a:t>Calibration helped some sources, but not all</a:t>
              </a:r>
            </a:p>
          </p:txBody>
        </p: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FD0C6E73-9FB3-4F5D-D2F9-B8139A867344}"/>
                </a:ext>
              </a:extLst>
            </p:cNvPr>
            <p:cNvGrpSpPr/>
            <p:nvPr/>
          </p:nvGrpSpPr>
          <p:grpSpPr>
            <a:xfrm>
              <a:off x="2851341" y="4831358"/>
              <a:ext cx="1751186" cy="394417"/>
              <a:chOff x="2843054" y="4831358"/>
              <a:chExt cx="1751186" cy="394417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DD7884CF-CAE9-8DB7-D6EC-B04B6C1D908C}"/>
                  </a:ext>
                </a:extLst>
              </p:cNvPr>
              <p:cNvSpPr/>
              <p:nvPr/>
            </p:nvSpPr>
            <p:spPr>
              <a:xfrm>
                <a:off x="2843054" y="4831358"/>
                <a:ext cx="394417" cy="39441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 dirty="0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DDE8DD01-6DCF-7DEC-87BD-9E205A614557}"/>
                  </a:ext>
                </a:extLst>
              </p:cNvPr>
              <p:cNvSpPr/>
              <p:nvPr/>
            </p:nvSpPr>
            <p:spPr>
              <a:xfrm>
                <a:off x="3295311" y="4831358"/>
                <a:ext cx="394417" cy="39441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 dirty="0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471F1084-315B-E54B-6921-261F8D29C18B}"/>
                  </a:ext>
                </a:extLst>
              </p:cNvPr>
              <p:cNvSpPr/>
              <p:nvPr/>
            </p:nvSpPr>
            <p:spPr>
              <a:xfrm>
                <a:off x="3747568" y="4831358"/>
                <a:ext cx="394417" cy="39441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 dirty="0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59707D98-B09F-3D95-49F3-22BCA32D2A35}"/>
                  </a:ext>
                </a:extLst>
              </p:cNvPr>
              <p:cNvSpPr/>
              <p:nvPr/>
            </p:nvSpPr>
            <p:spPr>
              <a:xfrm>
                <a:off x="4199823" y="4831358"/>
                <a:ext cx="394417" cy="39441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H" sz="1000" dirty="0"/>
              </a:p>
            </p:txBody>
          </p:sp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3D1C7C18-2EAB-DE1A-E3D6-F778FE92EBAF}"/>
                  </a:ext>
                </a:extLst>
              </p:cNvPr>
              <p:cNvGrpSpPr/>
              <p:nvPr/>
            </p:nvGrpSpPr>
            <p:grpSpPr>
              <a:xfrm>
                <a:off x="2925962" y="4914266"/>
                <a:ext cx="228600" cy="228600"/>
                <a:chOff x="5265439" y="1782444"/>
                <a:chExt cx="228600" cy="228600"/>
              </a:xfrm>
            </p:grpSpPr>
            <p:sp>
              <p:nvSpPr>
                <p:cNvPr id="149" name="Oval 148">
                  <a:extLst>
                    <a:ext uri="{FF2B5EF4-FFF2-40B4-BE49-F238E27FC236}">
                      <a16:creationId xmlns:a16="http://schemas.microsoft.com/office/drawing/2014/main" id="{DC56DB4F-55BD-CC3F-CE37-113E83ADA159}"/>
                    </a:ext>
                  </a:extLst>
                </p:cNvPr>
                <p:cNvSpPr/>
                <p:nvPr/>
              </p:nvSpPr>
              <p:spPr>
                <a:xfrm>
                  <a:off x="5265439" y="1782444"/>
                  <a:ext cx="228600" cy="228600"/>
                </a:xfrm>
                <a:prstGeom prst="ellipse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TH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EB4508DA-C4C1-1EB4-8E2C-3B4F07C1A7BB}"/>
                    </a:ext>
                  </a:extLst>
                </p:cNvPr>
                <p:cNvGrpSpPr/>
                <p:nvPr/>
              </p:nvGrpSpPr>
              <p:grpSpPr>
                <a:xfrm>
                  <a:off x="5306080" y="1844675"/>
                  <a:ext cx="147318" cy="45719"/>
                  <a:chOff x="5308600" y="1851025"/>
                  <a:chExt cx="147318" cy="45719"/>
                </a:xfrm>
              </p:grpSpPr>
              <p:sp>
                <p:nvSpPr>
                  <p:cNvPr id="152" name="Oval 151">
                    <a:extLst>
                      <a:ext uri="{FF2B5EF4-FFF2-40B4-BE49-F238E27FC236}">
                        <a16:creationId xmlns:a16="http://schemas.microsoft.com/office/drawing/2014/main" id="{ECCC353F-DA9F-D32E-7D3E-8D4B4E6F7249}"/>
                      </a:ext>
                    </a:extLst>
                  </p:cNvPr>
                  <p:cNvSpPr/>
                  <p:nvPr/>
                </p:nvSpPr>
                <p:spPr>
                  <a:xfrm>
                    <a:off x="5308600" y="1851025"/>
                    <a:ext cx="45719" cy="45719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TH"/>
                  </a:p>
                </p:txBody>
              </p:sp>
              <p:sp>
                <p:nvSpPr>
                  <p:cNvPr id="153" name="Oval 152">
                    <a:extLst>
                      <a:ext uri="{FF2B5EF4-FFF2-40B4-BE49-F238E27FC236}">
                        <a16:creationId xmlns:a16="http://schemas.microsoft.com/office/drawing/2014/main" id="{EC1AD524-E8C7-6651-634D-A72DD04CC631}"/>
                      </a:ext>
                    </a:extLst>
                  </p:cNvPr>
                  <p:cNvSpPr/>
                  <p:nvPr/>
                </p:nvSpPr>
                <p:spPr>
                  <a:xfrm>
                    <a:off x="5410199" y="1851025"/>
                    <a:ext cx="45719" cy="45719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TH"/>
                  </a:p>
                </p:txBody>
              </p:sp>
            </p:grpSp>
            <p:sp>
              <p:nvSpPr>
                <p:cNvPr id="151" name="Block Arc 150">
                  <a:extLst>
                    <a:ext uri="{FF2B5EF4-FFF2-40B4-BE49-F238E27FC236}">
                      <a16:creationId xmlns:a16="http://schemas.microsoft.com/office/drawing/2014/main" id="{FE7803F7-1A66-FF7C-F18F-44E3E16003A1}"/>
                    </a:ext>
                  </a:extLst>
                </p:cNvPr>
                <p:cNvSpPr/>
                <p:nvPr/>
              </p:nvSpPr>
              <p:spPr>
                <a:xfrm rot="10800000">
                  <a:off x="5302469" y="1851025"/>
                  <a:ext cx="154540" cy="134829"/>
                </a:xfrm>
                <a:prstGeom prst="blockArc">
                  <a:avLst>
                    <a:gd name="adj1" fmla="val 10800000"/>
                    <a:gd name="adj2" fmla="val 521302"/>
                    <a:gd name="adj3" fmla="val 0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TH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DDB73B43-92D1-DB8C-ECCA-3AB7B4FCB613}"/>
                  </a:ext>
                </a:extLst>
              </p:cNvPr>
              <p:cNvGrpSpPr/>
              <p:nvPr/>
            </p:nvGrpSpPr>
            <p:grpSpPr>
              <a:xfrm>
                <a:off x="3378219" y="4914266"/>
                <a:ext cx="228600" cy="228600"/>
                <a:chOff x="5265439" y="1782444"/>
                <a:chExt cx="228600" cy="228600"/>
              </a:xfrm>
            </p:grpSpPr>
            <p:sp>
              <p:nvSpPr>
                <p:cNvPr id="155" name="Oval 154">
                  <a:extLst>
                    <a:ext uri="{FF2B5EF4-FFF2-40B4-BE49-F238E27FC236}">
                      <a16:creationId xmlns:a16="http://schemas.microsoft.com/office/drawing/2014/main" id="{829D51D8-B1DC-7B57-9698-17565B5B633C}"/>
                    </a:ext>
                  </a:extLst>
                </p:cNvPr>
                <p:cNvSpPr/>
                <p:nvPr/>
              </p:nvSpPr>
              <p:spPr>
                <a:xfrm>
                  <a:off x="5265439" y="1782444"/>
                  <a:ext cx="228600" cy="228600"/>
                </a:xfrm>
                <a:prstGeom prst="ellipse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TH"/>
                </a:p>
              </p:txBody>
            </p:sp>
            <p:grpSp>
              <p:nvGrpSpPr>
                <p:cNvPr id="156" name="Group 155">
                  <a:extLst>
                    <a:ext uri="{FF2B5EF4-FFF2-40B4-BE49-F238E27FC236}">
                      <a16:creationId xmlns:a16="http://schemas.microsoft.com/office/drawing/2014/main" id="{58885197-41A7-016A-5747-83C3EE967A3E}"/>
                    </a:ext>
                  </a:extLst>
                </p:cNvPr>
                <p:cNvGrpSpPr/>
                <p:nvPr/>
              </p:nvGrpSpPr>
              <p:grpSpPr>
                <a:xfrm>
                  <a:off x="5306080" y="1844675"/>
                  <a:ext cx="147318" cy="45719"/>
                  <a:chOff x="5308600" y="1851025"/>
                  <a:chExt cx="147318" cy="45719"/>
                </a:xfrm>
              </p:grpSpPr>
              <p:sp>
                <p:nvSpPr>
                  <p:cNvPr id="158" name="Oval 157">
                    <a:extLst>
                      <a:ext uri="{FF2B5EF4-FFF2-40B4-BE49-F238E27FC236}">
                        <a16:creationId xmlns:a16="http://schemas.microsoft.com/office/drawing/2014/main" id="{634CBBD8-803E-398A-F94D-2D421270DFB5}"/>
                      </a:ext>
                    </a:extLst>
                  </p:cNvPr>
                  <p:cNvSpPr/>
                  <p:nvPr/>
                </p:nvSpPr>
                <p:spPr>
                  <a:xfrm>
                    <a:off x="5308600" y="1851025"/>
                    <a:ext cx="45719" cy="45719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TH"/>
                  </a:p>
                </p:txBody>
              </p:sp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C284CC01-EF04-A3B9-932A-3C9E932D7D04}"/>
                      </a:ext>
                    </a:extLst>
                  </p:cNvPr>
                  <p:cNvSpPr/>
                  <p:nvPr/>
                </p:nvSpPr>
                <p:spPr>
                  <a:xfrm>
                    <a:off x="5410199" y="1851025"/>
                    <a:ext cx="45719" cy="45719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TH"/>
                  </a:p>
                </p:txBody>
              </p:sp>
            </p:grpSp>
            <p:sp>
              <p:nvSpPr>
                <p:cNvPr id="157" name="Block Arc 156">
                  <a:extLst>
                    <a:ext uri="{FF2B5EF4-FFF2-40B4-BE49-F238E27FC236}">
                      <a16:creationId xmlns:a16="http://schemas.microsoft.com/office/drawing/2014/main" id="{75BBE777-2647-5678-EB08-E6C71D1C4272}"/>
                    </a:ext>
                  </a:extLst>
                </p:cNvPr>
                <p:cNvSpPr/>
                <p:nvPr/>
              </p:nvSpPr>
              <p:spPr>
                <a:xfrm rot="10800000">
                  <a:off x="5302469" y="1851025"/>
                  <a:ext cx="154540" cy="134829"/>
                </a:xfrm>
                <a:prstGeom prst="blockArc">
                  <a:avLst>
                    <a:gd name="adj1" fmla="val 10800000"/>
                    <a:gd name="adj2" fmla="val 521302"/>
                    <a:gd name="adj3" fmla="val 0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TH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E0A64F06-FDAD-09F4-4DCF-74084F8652EA}"/>
                  </a:ext>
                </a:extLst>
              </p:cNvPr>
              <p:cNvGrpSpPr/>
              <p:nvPr/>
            </p:nvGrpSpPr>
            <p:grpSpPr>
              <a:xfrm>
                <a:off x="3830475" y="4914266"/>
                <a:ext cx="228600" cy="228600"/>
                <a:chOff x="5265439" y="1782444"/>
                <a:chExt cx="228600" cy="228600"/>
              </a:xfrm>
            </p:grpSpPr>
            <p:sp>
              <p:nvSpPr>
                <p:cNvPr id="161" name="Oval 160">
                  <a:extLst>
                    <a:ext uri="{FF2B5EF4-FFF2-40B4-BE49-F238E27FC236}">
                      <a16:creationId xmlns:a16="http://schemas.microsoft.com/office/drawing/2014/main" id="{AB1369B3-DF3D-4610-24BD-39AF0EF5CD9B}"/>
                    </a:ext>
                  </a:extLst>
                </p:cNvPr>
                <p:cNvSpPr/>
                <p:nvPr/>
              </p:nvSpPr>
              <p:spPr>
                <a:xfrm>
                  <a:off x="5265439" y="1782444"/>
                  <a:ext cx="228600" cy="228600"/>
                </a:xfrm>
                <a:prstGeom prst="ellipse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TH"/>
                </a:p>
              </p:txBody>
            </p:sp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241F7CA3-400A-73BC-B05C-F57F803E65FD}"/>
                    </a:ext>
                  </a:extLst>
                </p:cNvPr>
                <p:cNvGrpSpPr/>
                <p:nvPr/>
              </p:nvGrpSpPr>
              <p:grpSpPr>
                <a:xfrm>
                  <a:off x="5306080" y="1844675"/>
                  <a:ext cx="147318" cy="45719"/>
                  <a:chOff x="5308600" y="1851025"/>
                  <a:chExt cx="147318" cy="45719"/>
                </a:xfrm>
              </p:grpSpPr>
              <p:sp>
                <p:nvSpPr>
                  <p:cNvPr id="164" name="Oval 163">
                    <a:extLst>
                      <a:ext uri="{FF2B5EF4-FFF2-40B4-BE49-F238E27FC236}">
                        <a16:creationId xmlns:a16="http://schemas.microsoft.com/office/drawing/2014/main" id="{E2312F9A-7630-CCE2-FC2D-3EFCF1741B8D}"/>
                      </a:ext>
                    </a:extLst>
                  </p:cNvPr>
                  <p:cNvSpPr/>
                  <p:nvPr/>
                </p:nvSpPr>
                <p:spPr>
                  <a:xfrm>
                    <a:off x="5308600" y="1851025"/>
                    <a:ext cx="45719" cy="45719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TH"/>
                  </a:p>
                </p:txBody>
              </p:sp>
              <p:sp>
                <p:nvSpPr>
                  <p:cNvPr id="165" name="Oval 164">
                    <a:extLst>
                      <a:ext uri="{FF2B5EF4-FFF2-40B4-BE49-F238E27FC236}">
                        <a16:creationId xmlns:a16="http://schemas.microsoft.com/office/drawing/2014/main" id="{F1E662E8-4D08-AD17-2204-957406F7A57A}"/>
                      </a:ext>
                    </a:extLst>
                  </p:cNvPr>
                  <p:cNvSpPr/>
                  <p:nvPr/>
                </p:nvSpPr>
                <p:spPr>
                  <a:xfrm>
                    <a:off x="5410199" y="1851025"/>
                    <a:ext cx="45719" cy="45719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TH"/>
                  </a:p>
                </p:txBody>
              </p:sp>
            </p:grpSp>
            <p:sp>
              <p:nvSpPr>
                <p:cNvPr id="163" name="Block Arc 162">
                  <a:extLst>
                    <a:ext uri="{FF2B5EF4-FFF2-40B4-BE49-F238E27FC236}">
                      <a16:creationId xmlns:a16="http://schemas.microsoft.com/office/drawing/2014/main" id="{BD0B3DC3-C514-3552-D1BB-5B7F4B0DAC4D}"/>
                    </a:ext>
                  </a:extLst>
                </p:cNvPr>
                <p:cNvSpPr/>
                <p:nvPr/>
              </p:nvSpPr>
              <p:spPr>
                <a:xfrm rot="10800000">
                  <a:off x="5302469" y="1851025"/>
                  <a:ext cx="154540" cy="134829"/>
                </a:xfrm>
                <a:prstGeom prst="blockArc">
                  <a:avLst>
                    <a:gd name="adj1" fmla="val 10800000"/>
                    <a:gd name="adj2" fmla="val 521302"/>
                    <a:gd name="adj3" fmla="val 0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TH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AAE5601E-0455-13AE-68A1-42D09D6C7287}"/>
                  </a:ext>
                </a:extLst>
              </p:cNvPr>
              <p:cNvGrpSpPr/>
              <p:nvPr/>
            </p:nvGrpSpPr>
            <p:grpSpPr>
              <a:xfrm>
                <a:off x="4282731" y="4914266"/>
                <a:ext cx="228600" cy="252149"/>
                <a:chOff x="5265439" y="1782444"/>
                <a:chExt cx="228600" cy="252149"/>
              </a:xfrm>
            </p:grpSpPr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FCC73133-BF01-5DFE-65CC-96E0D10C0085}"/>
                    </a:ext>
                  </a:extLst>
                </p:cNvPr>
                <p:cNvSpPr/>
                <p:nvPr/>
              </p:nvSpPr>
              <p:spPr>
                <a:xfrm>
                  <a:off x="5265439" y="1782444"/>
                  <a:ext cx="228600" cy="228600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TH"/>
                </a:p>
              </p:txBody>
            </p:sp>
            <p:grpSp>
              <p:nvGrpSpPr>
                <p:cNvPr id="168" name="Group 167">
                  <a:extLst>
                    <a:ext uri="{FF2B5EF4-FFF2-40B4-BE49-F238E27FC236}">
                      <a16:creationId xmlns:a16="http://schemas.microsoft.com/office/drawing/2014/main" id="{8E99974C-25A4-ED39-2004-93BDFF52E1A9}"/>
                    </a:ext>
                  </a:extLst>
                </p:cNvPr>
                <p:cNvGrpSpPr/>
                <p:nvPr/>
              </p:nvGrpSpPr>
              <p:grpSpPr>
                <a:xfrm>
                  <a:off x="5306080" y="1844675"/>
                  <a:ext cx="147318" cy="45719"/>
                  <a:chOff x="5308600" y="1851025"/>
                  <a:chExt cx="147318" cy="45719"/>
                </a:xfrm>
              </p:grpSpPr>
              <p:sp>
                <p:nvSpPr>
                  <p:cNvPr id="170" name="Oval 169">
                    <a:extLst>
                      <a:ext uri="{FF2B5EF4-FFF2-40B4-BE49-F238E27FC236}">
                        <a16:creationId xmlns:a16="http://schemas.microsoft.com/office/drawing/2014/main" id="{E0CBA87C-2BE2-C51B-4AFE-AD67B32EF971}"/>
                      </a:ext>
                    </a:extLst>
                  </p:cNvPr>
                  <p:cNvSpPr/>
                  <p:nvPr/>
                </p:nvSpPr>
                <p:spPr>
                  <a:xfrm>
                    <a:off x="5308600" y="1851025"/>
                    <a:ext cx="45719" cy="45719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TH"/>
                  </a:p>
                </p:txBody>
              </p:sp>
              <p:sp>
                <p:nvSpPr>
                  <p:cNvPr id="171" name="Oval 170">
                    <a:extLst>
                      <a:ext uri="{FF2B5EF4-FFF2-40B4-BE49-F238E27FC236}">
                        <a16:creationId xmlns:a16="http://schemas.microsoft.com/office/drawing/2014/main" id="{321ADF83-949B-E74B-BCD7-8921206FFF67}"/>
                      </a:ext>
                    </a:extLst>
                  </p:cNvPr>
                  <p:cNvSpPr/>
                  <p:nvPr/>
                </p:nvSpPr>
                <p:spPr>
                  <a:xfrm>
                    <a:off x="5410199" y="1851025"/>
                    <a:ext cx="45719" cy="45719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TH"/>
                  </a:p>
                </p:txBody>
              </p:sp>
            </p:grpSp>
            <p:sp>
              <p:nvSpPr>
                <p:cNvPr id="169" name="Block Arc 168">
                  <a:extLst>
                    <a:ext uri="{FF2B5EF4-FFF2-40B4-BE49-F238E27FC236}">
                      <a16:creationId xmlns:a16="http://schemas.microsoft.com/office/drawing/2014/main" id="{F9CE93C8-489B-9696-363B-CC727914CC3C}"/>
                    </a:ext>
                  </a:extLst>
                </p:cNvPr>
                <p:cNvSpPr/>
                <p:nvPr/>
              </p:nvSpPr>
              <p:spPr>
                <a:xfrm rot="21443055">
                  <a:off x="5327461" y="1900940"/>
                  <a:ext cx="104556" cy="133653"/>
                </a:xfrm>
                <a:prstGeom prst="blockArc">
                  <a:avLst>
                    <a:gd name="adj1" fmla="val 10800000"/>
                    <a:gd name="adj2" fmla="val 521302"/>
                    <a:gd name="adj3" fmla="val 0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TH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sp>
        <p:nvSpPr>
          <p:cNvPr id="187" name="Right Arrow 186">
            <a:extLst>
              <a:ext uri="{FF2B5EF4-FFF2-40B4-BE49-F238E27FC236}">
                <a16:creationId xmlns:a16="http://schemas.microsoft.com/office/drawing/2014/main" id="{806FF6E2-7D4F-CD6B-ADD1-DF7028503A0A}"/>
              </a:ext>
            </a:extLst>
          </p:cNvPr>
          <p:cNvSpPr/>
          <p:nvPr/>
        </p:nvSpPr>
        <p:spPr>
          <a:xfrm rot="5400000">
            <a:off x="5247257" y="4003448"/>
            <a:ext cx="432000" cy="136800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204435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</TotalTime>
  <Words>74</Words>
  <Application>Microsoft Macintosh PowerPoint</Application>
  <PresentationFormat>Custom</PresentationFormat>
  <Paragraphs>24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ピアンサム　チャヤダ</dc:creator>
  <cp:lastModifiedBy>ピアンサム　チャヤダ</cp:lastModifiedBy>
  <cp:revision>16</cp:revision>
  <dcterms:created xsi:type="dcterms:W3CDTF">2026-10-21T14:59:51Z</dcterms:created>
  <dcterms:modified xsi:type="dcterms:W3CDTF">2026-10-21T17:48:35Z</dcterms:modified>
</cp:coreProperties>
</file>